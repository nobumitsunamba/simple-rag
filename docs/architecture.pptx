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2E"/>
                </a:solidFill>
              </a:rPr>
              <a:t>Simple RAG - IT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18096"/>
                </a:solidFill>
              </a:rPr>
              <a:t>AWS ECS Express Mode + Bedrock + Cognito + S3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645920" cy="1097280"/>
          </a:xfrm>
          <a:prstGeom prst="roundRect">
            <a:avLst/>
          </a:prstGeom>
          <a:solidFill>
            <a:srgbClr val="4A5568"/>
          </a:solidFill>
          <a:ln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👤 ユーザー
(ブラウザ)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1645920" cy="109728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ALB
(HTTPS/SSL)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4114800" cy="5029200"/>
          </a:xfrm>
          <a:prstGeom prst="roundRect">
            <a:avLst/>
          </a:prstGeom>
          <a:solidFill>
            <a:srgbClr val="EBF4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4A5568"/>
                </a:solidFill>
              </a:rPr>
              <a:t>ECS Express Mode (Fargate) - 1 vCPU / 2GB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45920"/>
            <a:ext cx="3566160" cy="64008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FastAPI (Python 3.11)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468880"/>
            <a:ext cx="16459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📄 Document
Processor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468880"/>
            <a:ext cx="16459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🔍 Vector Store
(Hybrid Search)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383280"/>
            <a:ext cx="16459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🤖 RAG Engine
(Rerank + Generate)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383280"/>
            <a:ext cx="16459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🔐 Auth Module
(Cognito)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297680"/>
            <a:ext cx="16459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📊 Audit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4297680"/>
            <a:ext cx="16459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💾 Knowledge
Store (S3)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371600"/>
            <a:ext cx="1828800" cy="914400"/>
          </a:xfrm>
          <a:prstGeom prst="roundRect">
            <a:avLst/>
          </a:prstGeom>
          <a:solidFill>
            <a:srgbClr val="E53E3E"/>
          </a:solidFill>
          <a:ln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Amazon Bedrock
Titan Embeddings V2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2560320"/>
            <a:ext cx="1828800" cy="914400"/>
          </a:xfrm>
          <a:prstGeom prst="roundRect">
            <a:avLst/>
          </a:prstGeom>
          <a:solidFill>
            <a:srgbClr val="D69E2E"/>
          </a:solidFill>
          <a:ln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Anthropic API
Claude Sonnet 4.6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3749039"/>
            <a:ext cx="1828800" cy="91440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Amazon S3
ナレッジ永続化
+ ファイル保存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4937760"/>
            <a:ext cx="1828800" cy="91440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Amazon Cognito
User Pool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6126480"/>
            <a:ext cx="1828800" cy="7315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CloudWatch Logs
監査ログ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1645920" cy="914400"/>
          </a:xfrm>
          <a:prstGeom prst="roundRect">
            <a:avLst/>
          </a:prstGeom>
          <a:solidFill>
            <a:srgbClr val="24292E"/>
          </a:solidFill>
          <a:ln>
            <a:solidFill>
              <a:srgbClr val="24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GitHub
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5029200"/>
            <a:ext cx="1645920" cy="914400"/>
          </a:xfrm>
          <a:prstGeom prst="roundRect">
            <a:avLst/>
          </a:prstGeom>
          <a:solidFill>
            <a:srgbClr val="E53E3E"/>
          </a:solidFill>
          <a:ln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Amazon ECR
(Container Registry)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554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212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212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A5568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4A5568"/>
                </a:solidFill>
              </a:rPr>
              <a:t>CI/CD Pipeline (git push → build → deploy)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4A5568"/>
                </a:solidFill>
              </a:rPr>
              <a:t>Auto Scaling: 0〜20 tasks | Scale-to-Zero 対応 | OIDC認証 (キーレス)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